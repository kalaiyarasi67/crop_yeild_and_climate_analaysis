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44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13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653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487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257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42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73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316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73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3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30695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372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5558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213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745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42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B59F5-9AE8-4B73-B888-45221206F2B7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1A3EAF0-3F51-4FB8-A33D-36E0C992A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21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94F38-8988-473C-2E70-089359BF0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587" y="884902"/>
            <a:ext cx="8416413" cy="3136491"/>
          </a:xfrm>
        </p:spPr>
        <p:txBody>
          <a:bodyPr>
            <a:norm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Crop Yield and Climate Analysis Dashboard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149F2-C94B-FDD2-B623-885792F0E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6928" y="4709651"/>
            <a:ext cx="6400801" cy="1347019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by:</a:t>
            </a:r>
            <a:b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Kalaiyarasi</a:t>
            </a:r>
            <a:b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Agricultural Engineering | Aspiring Data Analyst</a:t>
            </a:r>
          </a:p>
        </p:txBody>
      </p:sp>
    </p:spTree>
    <p:extLst>
      <p:ext uri="{BB962C8B-B14F-4D97-AF65-F5344CB8AC3E}">
        <p14:creationId xmlns:p14="http://schemas.microsoft.com/office/powerpoint/2010/main" val="3125623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8B796-49DE-B4D6-6E58-BA3BA342F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92B8D-ED02-A45B-FFB3-81EAB6CB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2127"/>
            <a:ext cx="8596668" cy="446923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The Crop Yield and Climate Analysis Dashboard is an interactive Excel dashboard created to analyze: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Crop production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Climate conditions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Seasonal performance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Revenue trends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The dashboard helps users understand the relationship between climate factors and agricultural productivity.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61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EA40-3D10-B12E-5EBA-803302DA3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6D7EC-FD87-0278-5C76-1C7A5010F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4169"/>
            <a:ext cx="8596668" cy="45271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Agricultural productivity is influenced by multiple factors such as: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Rainfall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Temperature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Humidity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Seasonal changes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Analyzing this data manually is difficult and time-consuming.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Solution: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Create an interactive dashboard to simplify agricultural data analysis and visualization.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258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61A2-8488-5830-12E7-4DB1DDF9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B4BE6-BAFB-C36E-8258-3BD4CFD1B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5007"/>
            <a:ext cx="8596668" cy="4576356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Analyze crop yield trends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Compare seasonal agricultural performance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Study climate impact on crop production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Visualize revenue and yield distribution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Build an interactive dashboard using Excel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172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F43D-7B06-76C5-23D6-1A7F54D08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92BAB-BEB0-A140-6820-52C9A180C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2659"/>
            <a:ext cx="8596668" cy="443870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Microsoft Excel Features: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Pivot Tables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Pivot Charts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Slicers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Conditional Formatting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Data Cleaning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Dashboard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215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0D6-A783-599E-9D3F-331864365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14" y="314632"/>
            <a:ext cx="8596668" cy="757084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4E0BC-D204-A4DE-7389-518D9B35B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14" y="1135906"/>
            <a:ext cx="8596668" cy="5407462"/>
          </a:xfrm>
        </p:spPr>
        <p:txBody>
          <a:bodyPr numCol="2"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The dataset includes: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Crop Name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Year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Location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Season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Rainfall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Temperature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Humidity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Yield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Revenue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Data Processing: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Cleaned missing values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Organized data format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Created pivot tables for analysis</a:t>
            </a:r>
          </a:p>
        </p:txBody>
      </p:sp>
    </p:spTree>
    <p:extLst>
      <p:ext uri="{BB962C8B-B14F-4D97-AF65-F5344CB8AC3E}">
        <p14:creationId xmlns:p14="http://schemas.microsoft.com/office/powerpoint/2010/main" val="1372703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205FF-80FC-ED93-3BE9-71A9DD09C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3AD86-AC45-83D6-4970-2FFE4BC05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9697"/>
            <a:ext cx="8596668" cy="4957916"/>
          </a:xfrm>
        </p:spPr>
        <p:txBody>
          <a:bodyPr numCol="3"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KPI Cards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Total Yield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Total Revenue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Average Rainfall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Average Temperature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Interactive Filters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Year slicer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Location slicer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Season slicer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dirty="0"/>
              <a:t>Visualizations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Yield trend analysis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Climate comparison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Revenue analysis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/>
              <a:t>Seasonal yield distribution</a:t>
            </a:r>
          </a:p>
        </p:txBody>
      </p:sp>
    </p:spTree>
    <p:extLst>
      <p:ext uri="{BB962C8B-B14F-4D97-AF65-F5344CB8AC3E}">
        <p14:creationId xmlns:p14="http://schemas.microsoft.com/office/powerpoint/2010/main" val="3883230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1FDD2-EC6F-F78C-1FFD-92ECD4CF4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010F00-784E-61C3-3790-13499AB3D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332273"/>
            <a:ext cx="9223750" cy="521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672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52E0E-39B2-8A16-9852-2EFBF3B46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89CF6-7837-7023-7641-1E0047B22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4169"/>
            <a:ext cx="8596668" cy="452719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Kharif season shows higher crop yield.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Rainfall strongly impacts agricultural productivity.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Different regions show different climate patterns.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Revenue changes based on season and crop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9448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E4AB-6B8B-0C91-97DF-CA6FDE9E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Skills Gained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92E5A-F80F-0C06-AF21-B0439C48D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5511"/>
            <a:ext cx="8596668" cy="460585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Through this project, I improved: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Excel Dashboard Development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Data Visualization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Analytical Thinking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Data Cleaning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Interactive Reporting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Business Intelligence Concepts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550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56E84-D952-176A-053D-8561C7CE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BA181-D072-F637-D0F8-47C4772EC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5677"/>
            <a:ext cx="8596668" cy="461568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This project demonstrates how Excel can be used to create interactive dashboards for agricultural analysis.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The dashboard helps simplify complex agricultural and climate data into meaningful visual insights for better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615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90F9-045B-8B44-911D-92680FC58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10348"/>
            <a:ext cx="8596668" cy="1474839"/>
          </a:xfrm>
        </p:spPr>
        <p:txBody>
          <a:bodyPr/>
          <a:lstStyle/>
          <a:p>
            <a:pPr algn="ctr"/>
            <a:r>
              <a:rPr lang="en-IN" sz="5400" dirty="0">
                <a:latin typeface="Algerian" panose="04020705040A02060702" pitchFamily="82" charset="0"/>
              </a:rPr>
              <a:t>THANK</a:t>
            </a:r>
            <a:r>
              <a:rPr lang="en-IN" dirty="0"/>
              <a:t> </a:t>
            </a:r>
            <a:r>
              <a:rPr lang="en-IN" sz="5400" dirty="0">
                <a:latin typeface="Algerian" panose="04020705040A02060702" pitchFamily="82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1678787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</TotalTime>
  <Words>298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Algerian</vt:lpstr>
      <vt:lpstr>Arial</vt:lpstr>
      <vt:lpstr>Trebuchet MS</vt:lpstr>
      <vt:lpstr>Wingdings</vt:lpstr>
      <vt:lpstr>Wingdings 3</vt:lpstr>
      <vt:lpstr>Facet</vt:lpstr>
      <vt:lpstr>Crop Yield and Climate Analysis Dashboard </vt:lpstr>
      <vt:lpstr>Project Overview</vt:lpstr>
      <vt:lpstr>Problem Statement</vt:lpstr>
      <vt:lpstr>Objectives</vt:lpstr>
      <vt:lpstr>Tools &amp; Technologies Used</vt:lpstr>
      <vt:lpstr>Dataset Information</vt:lpstr>
      <vt:lpstr>Dashboard Features</vt:lpstr>
      <vt:lpstr>Project Dashboard Overview</vt:lpstr>
      <vt:lpstr>Key Insights</vt:lpstr>
      <vt:lpstr>Skills Gained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kalai kavi</dc:creator>
  <cp:lastModifiedBy>kalai kavi</cp:lastModifiedBy>
  <cp:revision>1</cp:revision>
  <dcterms:created xsi:type="dcterms:W3CDTF">2026-05-12T10:59:59Z</dcterms:created>
  <dcterms:modified xsi:type="dcterms:W3CDTF">2026-05-12T11:54:53Z</dcterms:modified>
</cp:coreProperties>
</file>